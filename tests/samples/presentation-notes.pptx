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notesMasterIdLst>
    <p:notesMasterId r:id="rId7"/>
  </p:notesMasterIdLst>
  <p:sldIdLst>
    <p:sldId id="256" r:id="rId6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/>
              <a:t>Speaker notes example</a:t>
            </a:r>
          </a:p>
          <a:p>
            <a:pPr lvl="0"/>
            <a:r>
              <a:rPr lang="en-US"/>
              <a:t>発表者のノートです。</a:t>
            </a:r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idx="1" type="pic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orient="vert"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rPr lang="en-US"/>
              <a:t>Presentation with notes</a:t>
            </a:r>
          </a:p>
          <a:p>
            <a:pPr algn="l"/>
            <a:r>
              <a:rPr lang="en-US"/>
              <a:t>ノート付きのスライドです。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5000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5000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baseType="variant" size="4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baseType="lpstr" size="1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</cp:coreProperties>
</file>