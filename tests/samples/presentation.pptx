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9675" cy="106918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026000" y="1050480"/>
            <a:ext cx="5507640" cy="162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026000" y="2884680"/>
            <a:ext cx="5507640" cy="536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721440" y="720360"/>
            <a:ext cx="1974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Presentation slide example</a:t>
            </a:r>
            <a:endParaRPr b="0" lang="en-US" sz="10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721440" y="875880"/>
            <a:ext cx="11390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000" spc="-1" strike="noStrike">
                <a:solidFill>
                  <a:srgbClr val="000000"/>
                </a:solidFill>
                <a:latin typeface="NotoSansMonoCJKjp-Regular"/>
                <a:ea typeface="NotoSansMonoCJKjp-Regular"/>
              </a:rPr>
              <a:t>スライドの例です。</a:t>
            </a:r>
            <a:endParaRPr b="0" lang="en-US" sz="10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dc:subject/>
  <dc:title/>
</cp:coreProperties>
</file>